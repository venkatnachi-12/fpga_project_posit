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2" r:id="rId2"/>
    <p:sldId id="257" r:id="rId3"/>
    <p:sldId id="258" r:id="rId4"/>
    <p:sldId id="259" r:id="rId5"/>
    <p:sldId id="261" r:id="rId6"/>
    <p:sldId id="275" r:id="rId7"/>
    <p:sldId id="262" r:id="rId8"/>
    <p:sldId id="263" r:id="rId9"/>
    <p:sldId id="264" r:id="rId10"/>
    <p:sldId id="265" r:id="rId11"/>
    <p:sldId id="276" r:id="rId12"/>
    <p:sldId id="278" r:id="rId13"/>
    <p:sldId id="279" r:id="rId14"/>
    <p:sldId id="28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64A662-FBAD-467F-9D4F-7C654E015950}" v="13" dt="2025-11-24T17:48:06.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t Mittal" userId="4f14047b42601adb" providerId="LiveId" clId="{1C37D4FE-0FEA-4799-8019-1AB4030E1A01}"/>
    <pc:docChg chg="custSel addSld delSld modSld">
      <pc:chgData name="Akshat Mittal" userId="4f14047b42601adb" providerId="LiveId" clId="{1C37D4FE-0FEA-4799-8019-1AB4030E1A01}" dt="2025-11-24T17:49:13.679" v="609" actId="20577"/>
      <pc:docMkLst>
        <pc:docMk/>
      </pc:docMkLst>
      <pc:sldChg chg="addSp delSp modSp mod">
        <pc:chgData name="Akshat Mittal" userId="4f14047b42601adb" providerId="LiveId" clId="{1C37D4FE-0FEA-4799-8019-1AB4030E1A01}" dt="2025-11-24T17:00:59.140" v="13" actId="1076"/>
        <pc:sldMkLst>
          <pc:docMk/>
          <pc:sldMk cId="3227486188" sldId="263"/>
        </pc:sldMkLst>
        <pc:picChg chg="add mod">
          <ac:chgData name="Akshat Mittal" userId="4f14047b42601adb" providerId="LiveId" clId="{1C37D4FE-0FEA-4799-8019-1AB4030E1A01}" dt="2025-11-24T17:00:59.140" v="13" actId="1076"/>
          <ac:picMkLst>
            <pc:docMk/>
            <pc:sldMk cId="3227486188" sldId="263"/>
            <ac:picMk id="2" creationId="{0092C156-448F-D706-C77E-55A0055416BF}"/>
          </ac:picMkLst>
        </pc:picChg>
        <pc:picChg chg="del">
          <ac:chgData name="Akshat Mittal" userId="4f14047b42601adb" providerId="LiveId" clId="{1C37D4FE-0FEA-4799-8019-1AB4030E1A01}" dt="2025-11-24T17:00:46.686" v="9" actId="478"/>
          <ac:picMkLst>
            <pc:docMk/>
            <pc:sldMk cId="3227486188" sldId="263"/>
            <ac:picMk id="3" creationId="{EF7D4089-8505-078A-4B20-91DC9BD859FF}"/>
          </ac:picMkLst>
        </pc:picChg>
      </pc:sldChg>
      <pc:sldChg chg="addSp delSp modSp mod">
        <pc:chgData name="Akshat Mittal" userId="4f14047b42601adb" providerId="LiveId" clId="{1C37D4FE-0FEA-4799-8019-1AB4030E1A01}" dt="2025-11-24T17:00:49.443" v="10" actId="21"/>
        <pc:sldMkLst>
          <pc:docMk/>
          <pc:sldMk cId="426704062" sldId="264"/>
        </pc:sldMkLst>
        <pc:picChg chg="add del mod">
          <ac:chgData name="Akshat Mittal" userId="4f14047b42601adb" providerId="LiveId" clId="{1C37D4FE-0FEA-4799-8019-1AB4030E1A01}" dt="2025-11-24T17:00:49.443" v="10" actId="21"/>
          <ac:picMkLst>
            <pc:docMk/>
            <pc:sldMk cId="426704062" sldId="264"/>
            <ac:picMk id="4" creationId="{0092C156-448F-D706-C77E-55A0055416BF}"/>
          </ac:picMkLst>
        </pc:picChg>
      </pc:sldChg>
      <pc:sldChg chg="del">
        <pc:chgData name="Akshat Mittal" userId="4f14047b42601adb" providerId="LiveId" clId="{1C37D4FE-0FEA-4799-8019-1AB4030E1A01}" dt="2025-11-24T16:55:28.594" v="0" actId="2696"/>
        <pc:sldMkLst>
          <pc:docMk/>
          <pc:sldMk cId="2884364946" sldId="266"/>
        </pc:sldMkLst>
      </pc:sldChg>
      <pc:sldChg chg="del">
        <pc:chgData name="Akshat Mittal" userId="4f14047b42601adb" providerId="LiveId" clId="{1C37D4FE-0FEA-4799-8019-1AB4030E1A01}" dt="2025-11-24T16:55:32.981" v="1" actId="2696"/>
        <pc:sldMkLst>
          <pc:docMk/>
          <pc:sldMk cId="3008709832" sldId="267"/>
        </pc:sldMkLst>
      </pc:sldChg>
      <pc:sldChg chg="del">
        <pc:chgData name="Akshat Mittal" userId="4f14047b42601adb" providerId="LiveId" clId="{1C37D4FE-0FEA-4799-8019-1AB4030E1A01}" dt="2025-11-24T16:55:35.286" v="2" actId="2696"/>
        <pc:sldMkLst>
          <pc:docMk/>
          <pc:sldMk cId="358428533" sldId="268"/>
        </pc:sldMkLst>
      </pc:sldChg>
      <pc:sldChg chg="del">
        <pc:chgData name="Akshat Mittal" userId="4f14047b42601adb" providerId="LiveId" clId="{1C37D4FE-0FEA-4799-8019-1AB4030E1A01}" dt="2025-11-24T16:55:39.532" v="4" actId="2696"/>
        <pc:sldMkLst>
          <pc:docMk/>
          <pc:sldMk cId="3713213919" sldId="269"/>
        </pc:sldMkLst>
      </pc:sldChg>
      <pc:sldChg chg="del">
        <pc:chgData name="Akshat Mittal" userId="4f14047b42601adb" providerId="LiveId" clId="{1C37D4FE-0FEA-4799-8019-1AB4030E1A01}" dt="2025-11-24T16:55:42.100" v="5" actId="2696"/>
        <pc:sldMkLst>
          <pc:docMk/>
          <pc:sldMk cId="2490083184" sldId="271"/>
        </pc:sldMkLst>
      </pc:sldChg>
      <pc:sldChg chg="modSp mod">
        <pc:chgData name="Akshat Mittal" userId="4f14047b42601adb" providerId="LiveId" clId="{1C37D4FE-0FEA-4799-8019-1AB4030E1A01}" dt="2025-11-24T17:17:09.130" v="101" actId="20577"/>
        <pc:sldMkLst>
          <pc:docMk/>
          <pc:sldMk cId="2764920045" sldId="272"/>
        </pc:sldMkLst>
        <pc:spChg chg="mod">
          <ac:chgData name="Akshat Mittal" userId="4f14047b42601adb" providerId="LiveId" clId="{1C37D4FE-0FEA-4799-8019-1AB4030E1A01}" dt="2025-11-24T17:17:09.130" v="101" actId="20577"/>
          <ac:spMkLst>
            <pc:docMk/>
            <pc:sldMk cId="2764920045" sldId="272"/>
            <ac:spMk id="2" creationId="{5C10111D-B84C-F2A9-45F4-EF94505C4275}"/>
          </ac:spMkLst>
        </pc:spChg>
      </pc:sldChg>
      <pc:sldChg chg="del">
        <pc:chgData name="Akshat Mittal" userId="4f14047b42601adb" providerId="LiveId" clId="{1C37D4FE-0FEA-4799-8019-1AB4030E1A01}" dt="2025-11-24T16:55:44.223" v="6" actId="2696"/>
        <pc:sldMkLst>
          <pc:docMk/>
          <pc:sldMk cId="121209920" sldId="273"/>
        </pc:sldMkLst>
      </pc:sldChg>
      <pc:sldChg chg="addSp modSp mod">
        <pc:chgData name="Akshat Mittal" userId="4f14047b42601adb" providerId="LiveId" clId="{1C37D4FE-0FEA-4799-8019-1AB4030E1A01}" dt="2025-11-24T17:47:21.680" v="326" actId="20577"/>
        <pc:sldMkLst>
          <pc:docMk/>
          <pc:sldMk cId="1046025931" sldId="276"/>
        </pc:sldMkLst>
        <pc:spChg chg="add mod">
          <ac:chgData name="Akshat Mittal" userId="4f14047b42601adb" providerId="LiveId" clId="{1C37D4FE-0FEA-4799-8019-1AB4030E1A01}" dt="2025-11-24T17:47:21.680" v="326" actId="20577"/>
          <ac:spMkLst>
            <pc:docMk/>
            <pc:sldMk cId="1046025931" sldId="276"/>
            <ac:spMk id="6" creationId="{D21C7837-FBA8-0263-98D6-6F09AD66E4A1}"/>
          </ac:spMkLst>
        </pc:spChg>
      </pc:sldChg>
      <pc:sldChg chg="del">
        <pc:chgData name="Akshat Mittal" userId="4f14047b42601adb" providerId="LiveId" clId="{1C37D4FE-0FEA-4799-8019-1AB4030E1A01}" dt="2025-11-24T16:55:37.301" v="3" actId="2696"/>
        <pc:sldMkLst>
          <pc:docMk/>
          <pc:sldMk cId="1662349306" sldId="277"/>
        </pc:sldMkLst>
      </pc:sldChg>
      <pc:sldChg chg="addSp delSp modSp mod">
        <pc:chgData name="Akshat Mittal" userId="4f14047b42601adb" providerId="LiveId" clId="{1C37D4FE-0FEA-4799-8019-1AB4030E1A01}" dt="2025-11-24T17:43:46.727" v="209" actId="20577"/>
        <pc:sldMkLst>
          <pc:docMk/>
          <pc:sldMk cId="194891472" sldId="278"/>
        </pc:sldMkLst>
        <pc:spChg chg="mod">
          <ac:chgData name="Akshat Mittal" userId="4f14047b42601adb" providerId="LiveId" clId="{1C37D4FE-0FEA-4799-8019-1AB4030E1A01}" dt="2025-11-24T17:02:59.306" v="80" actId="20577"/>
          <ac:spMkLst>
            <pc:docMk/>
            <pc:sldMk cId="194891472" sldId="278"/>
            <ac:spMk id="2" creationId="{0BADA92D-FE87-5C79-FEC5-3BC405C62D10}"/>
          </ac:spMkLst>
        </pc:spChg>
        <pc:spChg chg="add del mod">
          <ac:chgData name="Akshat Mittal" userId="4f14047b42601adb" providerId="LiveId" clId="{1C37D4FE-0FEA-4799-8019-1AB4030E1A01}" dt="2025-11-24T17:03:07.671" v="83"/>
          <ac:spMkLst>
            <pc:docMk/>
            <pc:sldMk cId="194891472" sldId="278"/>
            <ac:spMk id="3" creationId="{D55EC7E4-0620-B5CB-FDA3-6F832F2D93DF}"/>
          </ac:spMkLst>
        </pc:spChg>
        <pc:spChg chg="add mod">
          <ac:chgData name="Akshat Mittal" userId="4f14047b42601adb" providerId="LiveId" clId="{1C37D4FE-0FEA-4799-8019-1AB4030E1A01}" dt="2025-11-24T17:43:39.884" v="194" actId="20577"/>
          <ac:spMkLst>
            <pc:docMk/>
            <pc:sldMk cId="194891472" sldId="278"/>
            <ac:spMk id="12" creationId="{CB3E070C-8438-5ABF-1983-24EBAF1A16F0}"/>
          </ac:spMkLst>
        </pc:spChg>
        <pc:spChg chg="add mod">
          <ac:chgData name="Akshat Mittal" userId="4f14047b42601adb" providerId="LiveId" clId="{1C37D4FE-0FEA-4799-8019-1AB4030E1A01}" dt="2025-11-24T17:43:46.727" v="209" actId="20577"/>
          <ac:spMkLst>
            <pc:docMk/>
            <pc:sldMk cId="194891472" sldId="278"/>
            <ac:spMk id="13" creationId="{EB7213C8-6646-A8BF-FBBE-0BFECA47236D}"/>
          </ac:spMkLst>
        </pc:spChg>
        <pc:picChg chg="add mod">
          <ac:chgData name="Akshat Mittal" userId="4f14047b42601adb" providerId="LiveId" clId="{1C37D4FE-0FEA-4799-8019-1AB4030E1A01}" dt="2025-11-24T17:42:52.893" v="135" actId="1076"/>
          <ac:picMkLst>
            <pc:docMk/>
            <pc:sldMk cId="194891472" sldId="278"/>
            <ac:picMk id="5" creationId="{434DD1A1-8469-1474-337B-842BBFF317A1}"/>
          </ac:picMkLst>
        </pc:picChg>
        <pc:picChg chg="add mod">
          <ac:chgData name="Akshat Mittal" userId="4f14047b42601adb" providerId="LiveId" clId="{1C37D4FE-0FEA-4799-8019-1AB4030E1A01}" dt="2025-11-24T17:42:48.990" v="133" actId="14100"/>
          <ac:picMkLst>
            <pc:docMk/>
            <pc:sldMk cId="194891472" sldId="278"/>
            <ac:picMk id="7" creationId="{7969896F-100F-6489-A142-7D8D18859D3E}"/>
          </ac:picMkLst>
        </pc:picChg>
        <pc:picChg chg="add del mod">
          <ac:chgData name="Akshat Mittal" userId="4f14047b42601adb" providerId="LiveId" clId="{1C37D4FE-0FEA-4799-8019-1AB4030E1A01}" dt="2025-11-24T17:40:59.496" v="121" actId="21"/>
          <ac:picMkLst>
            <pc:docMk/>
            <pc:sldMk cId="194891472" sldId="278"/>
            <ac:picMk id="9" creationId="{69C136AB-0B5F-9F95-A804-702485E11DD2}"/>
          </ac:picMkLst>
        </pc:picChg>
        <pc:picChg chg="add del mod">
          <ac:chgData name="Akshat Mittal" userId="4f14047b42601adb" providerId="LiveId" clId="{1C37D4FE-0FEA-4799-8019-1AB4030E1A01}" dt="2025-11-24T17:41:59.601" v="129" actId="21"/>
          <ac:picMkLst>
            <pc:docMk/>
            <pc:sldMk cId="194891472" sldId="278"/>
            <ac:picMk id="11" creationId="{756E4BC3-2EF8-7FB8-F320-220F6198E245}"/>
          </ac:picMkLst>
        </pc:picChg>
      </pc:sldChg>
      <pc:sldChg chg="addSp modSp new mod">
        <pc:chgData name="Akshat Mittal" userId="4f14047b42601adb" providerId="LiveId" clId="{1C37D4FE-0FEA-4799-8019-1AB4030E1A01}" dt="2025-11-24T17:43:26.158" v="182" actId="20577"/>
        <pc:sldMkLst>
          <pc:docMk/>
          <pc:sldMk cId="799061752" sldId="279"/>
        </pc:sldMkLst>
        <pc:spChg chg="add mod">
          <ac:chgData name="Akshat Mittal" userId="4f14047b42601adb" providerId="LiveId" clId="{1C37D4FE-0FEA-4799-8019-1AB4030E1A01}" dt="2025-11-24T17:43:26.158" v="182" actId="20577"/>
          <ac:spMkLst>
            <pc:docMk/>
            <pc:sldMk cId="799061752" sldId="279"/>
            <ac:spMk id="4" creationId="{80D4BC52-F8C4-BC99-1009-F41B20A1B2BF}"/>
          </ac:spMkLst>
        </pc:spChg>
        <pc:spChg chg="add mod">
          <ac:chgData name="Akshat Mittal" userId="4f14047b42601adb" providerId="LiveId" clId="{1C37D4FE-0FEA-4799-8019-1AB4030E1A01}" dt="2025-11-24T17:43:20.174" v="159" actId="5793"/>
          <ac:spMkLst>
            <pc:docMk/>
            <pc:sldMk cId="799061752" sldId="279"/>
            <ac:spMk id="5" creationId="{68E5B991-8BEB-F224-C9A4-53635C44DEA7}"/>
          </ac:spMkLst>
        </pc:spChg>
        <pc:picChg chg="add mod">
          <ac:chgData name="Akshat Mittal" userId="4f14047b42601adb" providerId="LiveId" clId="{1C37D4FE-0FEA-4799-8019-1AB4030E1A01}" dt="2025-11-24T17:40:27.302" v="117" actId="1076"/>
          <ac:picMkLst>
            <pc:docMk/>
            <pc:sldMk cId="799061752" sldId="279"/>
            <ac:picMk id="3" creationId="{0728569C-23E1-5E91-2AF7-668D9235E6B9}"/>
          </ac:picMkLst>
        </pc:picChg>
        <pc:picChg chg="add mod">
          <ac:chgData name="Akshat Mittal" userId="4f14047b42601adb" providerId="LiveId" clId="{1C37D4FE-0FEA-4799-8019-1AB4030E1A01}" dt="2025-11-24T17:41:08.108" v="125" actId="1076"/>
          <ac:picMkLst>
            <pc:docMk/>
            <pc:sldMk cId="799061752" sldId="279"/>
            <ac:picMk id="9" creationId="{69C136AB-0B5F-9F95-A804-702485E11DD2}"/>
          </ac:picMkLst>
        </pc:picChg>
      </pc:sldChg>
      <pc:sldChg chg="new del">
        <pc:chgData name="Akshat Mittal" userId="4f14047b42601adb" providerId="LiveId" clId="{1C37D4FE-0FEA-4799-8019-1AB4030E1A01}" dt="2025-11-24T17:36:23.301" v="107" actId="2696"/>
        <pc:sldMkLst>
          <pc:docMk/>
          <pc:sldMk cId="1740785588" sldId="279"/>
        </pc:sldMkLst>
      </pc:sldChg>
      <pc:sldChg chg="addSp delSp modSp new mod">
        <pc:chgData name="Akshat Mittal" userId="4f14047b42601adb" providerId="LiveId" clId="{1C37D4FE-0FEA-4799-8019-1AB4030E1A01}" dt="2025-11-24T17:49:13.679" v="609" actId="20577"/>
        <pc:sldMkLst>
          <pc:docMk/>
          <pc:sldMk cId="252026744" sldId="280"/>
        </pc:sldMkLst>
        <pc:spChg chg="add mod">
          <ac:chgData name="Akshat Mittal" userId="4f14047b42601adb" providerId="LiveId" clId="{1C37D4FE-0FEA-4799-8019-1AB4030E1A01}" dt="2025-11-24T17:44:13.056" v="261" actId="20577"/>
          <ac:spMkLst>
            <pc:docMk/>
            <pc:sldMk cId="252026744" sldId="280"/>
            <ac:spMk id="2" creationId="{4CD4EFBD-9D63-F193-ABBA-4F11071E84C9}"/>
          </ac:spMkLst>
        </pc:spChg>
        <pc:spChg chg="add mod">
          <ac:chgData name="Akshat Mittal" userId="4f14047b42601adb" providerId="LiveId" clId="{1C37D4FE-0FEA-4799-8019-1AB4030E1A01}" dt="2025-11-24T17:49:13.679" v="609" actId="20577"/>
          <ac:spMkLst>
            <pc:docMk/>
            <pc:sldMk cId="252026744" sldId="280"/>
            <ac:spMk id="3" creationId="{A758AFBD-E042-4E5E-A3C4-5D7C79FD07DA}"/>
          </ac:spMkLst>
        </pc:spChg>
        <pc:picChg chg="add del mod">
          <ac:chgData name="Akshat Mittal" userId="4f14047b42601adb" providerId="LiveId" clId="{1C37D4FE-0FEA-4799-8019-1AB4030E1A01}" dt="2025-11-24T17:41:04.306" v="123" actId="21"/>
          <ac:picMkLst>
            <pc:docMk/>
            <pc:sldMk cId="252026744" sldId="280"/>
            <ac:picMk id="9" creationId="{69C136AB-0B5F-9F95-A804-702485E11DD2}"/>
          </ac:picMkLst>
        </pc:picChg>
        <pc:picChg chg="add mod">
          <ac:chgData name="Akshat Mittal" userId="4f14047b42601adb" providerId="LiveId" clId="{1C37D4FE-0FEA-4799-8019-1AB4030E1A01}" dt="2025-11-24T17:42:05.843" v="132" actId="1076"/>
          <ac:picMkLst>
            <pc:docMk/>
            <pc:sldMk cId="252026744" sldId="280"/>
            <ac:picMk id="11" creationId="{756E4BC3-2EF8-7FB8-F320-220F6198E24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79652F-06CD-4D0D-9136-706078E1E8FD}" type="datetimeFigureOut">
              <a:rPr lang="en-IN" smtClean="0"/>
              <a:t>24-11-2025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279C35-F266-41B4-A849-8092403E2CD5}" type="slidenum">
              <a:rPr lang="en-IN" smtClean="0"/>
              <a:t>‹#›</a:t>
            </a:fld>
            <a:endParaRPr lang="en-IN"/>
          </a:p>
        </p:txBody>
      </p:sp>
    </p:spTree>
    <p:extLst>
      <p:ext uri="{BB962C8B-B14F-4D97-AF65-F5344CB8AC3E}">
        <p14:creationId xmlns:p14="http://schemas.microsoft.com/office/powerpoint/2010/main" val="2596522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279C35-F266-41B4-A849-8092403E2CD5}" type="slidenum">
              <a:rPr lang="en-IN" smtClean="0"/>
              <a:t>1</a:t>
            </a:fld>
            <a:endParaRPr lang="en-IN"/>
          </a:p>
        </p:txBody>
      </p:sp>
    </p:spTree>
    <p:extLst>
      <p:ext uri="{BB962C8B-B14F-4D97-AF65-F5344CB8AC3E}">
        <p14:creationId xmlns:p14="http://schemas.microsoft.com/office/powerpoint/2010/main" val="2869720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279C35-F266-41B4-A849-8092403E2CD5}" type="slidenum">
              <a:rPr lang="en-IN" smtClean="0"/>
              <a:t>12</a:t>
            </a:fld>
            <a:endParaRPr lang="en-IN"/>
          </a:p>
        </p:txBody>
      </p:sp>
    </p:spTree>
    <p:extLst>
      <p:ext uri="{BB962C8B-B14F-4D97-AF65-F5344CB8AC3E}">
        <p14:creationId xmlns:p14="http://schemas.microsoft.com/office/powerpoint/2010/main" val="3725857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911AA-E7DB-33A2-E41D-ACCE6600AD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87BAD2-C022-92CD-3E13-B53006AA8B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909E24-6CED-470B-32F2-34BFC0EC9A4B}"/>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5" name="Footer Placeholder 4">
            <a:extLst>
              <a:ext uri="{FF2B5EF4-FFF2-40B4-BE49-F238E27FC236}">
                <a16:creationId xmlns:a16="http://schemas.microsoft.com/office/drawing/2014/main" id="{7EDB09D8-4AF1-8371-7D33-818EB8ED31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B77350-CAC0-7B5F-B7CD-8BD7666F6A46}"/>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1983386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3A745-5405-2167-6E8B-D20082770B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252107-AB59-A732-94AE-6F6747D513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060989-E714-3C22-71AF-6DC6E3DD1760}"/>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5" name="Footer Placeholder 4">
            <a:extLst>
              <a:ext uri="{FF2B5EF4-FFF2-40B4-BE49-F238E27FC236}">
                <a16:creationId xmlns:a16="http://schemas.microsoft.com/office/drawing/2014/main" id="{A6322F64-A605-5FAA-F7B1-B3C419A9B8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AFAA33-E63F-C113-BF11-CC9F4EDE9C62}"/>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58080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877BE-DD20-E4B6-B4BE-B7105BD722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4CEAB6-E440-F748-27F0-2C3F625E5D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23C380-9E6F-7D99-0871-028B72E021F8}"/>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5" name="Footer Placeholder 4">
            <a:extLst>
              <a:ext uri="{FF2B5EF4-FFF2-40B4-BE49-F238E27FC236}">
                <a16:creationId xmlns:a16="http://schemas.microsoft.com/office/drawing/2014/main" id="{A89E9DD4-EB5A-7ED0-FC41-D31C2DCA09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BCDD9E-5D69-26D0-D4B3-023A23F1F090}"/>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51949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15F59-8D5D-77CB-5599-D11095201F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DD4F66-2CEB-C973-ACAF-C453A59C25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CD4FAD-1838-303C-DBD8-F67043507B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31A63A-2A6E-5FA5-3A32-989FAB27D2DF}"/>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6" name="Footer Placeholder 5">
            <a:extLst>
              <a:ext uri="{FF2B5EF4-FFF2-40B4-BE49-F238E27FC236}">
                <a16:creationId xmlns:a16="http://schemas.microsoft.com/office/drawing/2014/main" id="{BB221605-77D4-A88D-62EB-A0BCB5E35E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8577C2-824B-AC93-7EB0-D96BC88ED1BC}"/>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1173432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57C9-FE3A-73FB-9AD3-F61927652D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8009FA-49FE-4A51-9112-394BB7F89D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3536C0-881B-B658-0DCE-CDA291336E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B98828-6B78-9F45-784A-9BD8319B07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707BEF-1862-7D18-E051-E508AEAF74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97F1C3E-ACD8-0917-E77E-3E4E6462F54B}"/>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8" name="Footer Placeholder 7">
            <a:extLst>
              <a:ext uri="{FF2B5EF4-FFF2-40B4-BE49-F238E27FC236}">
                <a16:creationId xmlns:a16="http://schemas.microsoft.com/office/drawing/2014/main" id="{985BF8E7-0E2A-773D-FA82-CFF5E47865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784168-8D55-F883-83F8-F24F63B1EEDA}"/>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2826890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3723C-5916-0526-2E77-3EEB993A75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E9E9AFB-1ABD-D48E-AD2B-FD165F53C6A8}"/>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4" name="Footer Placeholder 3">
            <a:extLst>
              <a:ext uri="{FF2B5EF4-FFF2-40B4-BE49-F238E27FC236}">
                <a16:creationId xmlns:a16="http://schemas.microsoft.com/office/drawing/2014/main" id="{F9C0E77A-C56C-F4ED-1E89-2EF2860227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5A1B31-7BBB-B6E7-95AF-078D89ABEF93}"/>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3239416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9C9B63-AADB-7B3E-FA7C-16790D1AE31A}"/>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3" name="Footer Placeholder 2">
            <a:extLst>
              <a:ext uri="{FF2B5EF4-FFF2-40B4-BE49-F238E27FC236}">
                <a16:creationId xmlns:a16="http://schemas.microsoft.com/office/drawing/2014/main" id="{726C4668-CF9A-7B71-9715-96A6C7A0D1D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B94BF5E-681A-38E2-B326-53A85A979005}"/>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1632971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B3CB-FF01-1A8C-F5D2-29BBDF72D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B2260C-1F1A-5851-0FF8-AC3B9A8E18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534522F-49ED-06B7-D27E-E0ECC399A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2D92F-C297-F84F-1F56-C0DE08574711}"/>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6" name="Footer Placeholder 5">
            <a:extLst>
              <a:ext uri="{FF2B5EF4-FFF2-40B4-BE49-F238E27FC236}">
                <a16:creationId xmlns:a16="http://schemas.microsoft.com/office/drawing/2014/main" id="{80231E04-76AD-96ED-372A-D9067EAC07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FB7421-BBE2-2BCD-416F-A6E8A3381A31}"/>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583731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8602A-B673-76EB-54C4-86821CBF06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6AAD17-615A-6A6C-FA2E-8E33B16B14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7330FE-925A-BE59-1069-0BC9BE2320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9944E2-4197-3A02-AA6E-69EB7EBF2278}"/>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6" name="Footer Placeholder 5">
            <a:extLst>
              <a:ext uri="{FF2B5EF4-FFF2-40B4-BE49-F238E27FC236}">
                <a16:creationId xmlns:a16="http://schemas.microsoft.com/office/drawing/2014/main" id="{9C539213-6151-E909-D2E5-2FAADCFF32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92D59B-498D-58E0-0C72-6852B594B866}"/>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1772032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5BD86-8EC8-B959-0C0C-694BC76252F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4A2AF8-9599-89FE-BDC5-7DA5E97089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23C1B4-68F7-D485-9A17-8239051DE071}"/>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5" name="Footer Placeholder 4">
            <a:extLst>
              <a:ext uri="{FF2B5EF4-FFF2-40B4-BE49-F238E27FC236}">
                <a16:creationId xmlns:a16="http://schemas.microsoft.com/office/drawing/2014/main" id="{A62F13C9-D88F-B007-5ACF-8AACAFED88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C8B3B5-07A2-B10C-9A39-085448821F6D}"/>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1198902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8666A3-DB47-0B59-3B21-52120BDD10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C7A354-D82D-29ED-5717-F0E70C91FD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157FA8-0A63-6E06-E9AE-F690E5E8F6E1}"/>
              </a:ext>
            </a:extLst>
          </p:cNvPr>
          <p:cNvSpPr>
            <a:spLocks noGrp="1"/>
          </p:cNvSpPr>
          <p:nvPr>
            <p:ph type="dt" sz="half" idx="10"/>
          </p:nvPr>
        </p:nvSpPr>
        <p:spPr/>
        <p:txBody>
          <a:bodyPr/>
          <a:lstStyle/>
          <a:p>
            <a:fld id="{E53CEBD8-25BA-4522-BCA1-B81F741D68F8}" type="datetimeFigureOut">
              <a:rPr lang="en-IN" smtClean="0"/>
              <a:t>24-11-2025</a:t>
            </a:fld>
            <a:endParaRPr lang="en-IN"/>
          </a:p>
        </p:txBody>
      </p:sp>
      <p:sp>
        <p:nvSpPr>
          <p:cNvPr id="5" name="Footer Placeholder 4">
            <a:extLst>
              <a:ext uri="{FF2B5EF4-FFF2-40B4-BE49-F238E27FC236}">
                <a16:creationId xmlns:a16="http://schemas.microsoft.com/office/drawing/2014/main" id="{19646A31-2313-4F9D-2922-0A11AD07BA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1D1B6E-90DF-FE27-93E8-75885BAE0520}"/>
              </a:ext>
            </a:extLst>
          </p:cNvPr>
          <p:cNvSpPr>
            <a:spLocks noGrp="1"/>
          </p:cNvSpPr>
          <p:nvPr>
            <p:ph type="sldNum" sz="quarter" idx="12"/>
          </p:nvPr>
        </p:nvSpPr>
        <p:spPr/>
        <p:txBody>
          <a:bodyPr/>
          <a:lstStyle/>
          <a:p>
            <a:fld id="{A6297AA1-DBD3-488E-B8C2-7BDB72475164}" type="slidenum">
              <a:rPr lang="en-IN" smtClean="0"/>
              <a:t>‹#›</a:t>
            </a:fld>
            <a:endParaRPr lang="en-IN"/>
          </a:p>
        </p:txBody>
      </p:sp>
    </p:spTree>
    <p:extLst>
      <p:ext uri="{BB962C8B-B14F-4D97-AF65-F5344CB8AC3E}">
        <p14:creationId xmlns:p14="http://schemas.microsoft.com/office/powerpoint/2010/main" val="1687999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0C78F1-7BBA-F735-A476-A37825989A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42529A-77B8-CC8C-8E41-09D94E222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8E330C-4AB8-1F9F-0E5C-7470D97364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3CEBD8-25BA-4522-BCA1-B81F741D68F8}" type="datetimeFigureOut">
              <a:rPr lang="en-IN" smtClean="0"/>
              <a:t>24-11-2025</a:t>
            </a:fld>
            <a:endParaRPr lang="en-IN"/>
          </a:p>
        </p:txBody>
      </p:sp>
      <p:sp>
        <p:nvSpPr>
          <p:cNvPr id="5" name="Footer Placeholder 4">
            <a:extLst>
              <a:ext uri="{FF2B5EF4-FFF2-40B4-BE49-F238E27FC236}">
                <a16:creationId xmlns:a16="http://schemas.microsoft.com/office/drawing/2014/main" id="{5B3517A8-C9F1-22D9-0613-D74CFF9111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E20B790-0C39-6479-FA45-1D963DAF3A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297AA1-DBD3-488E-B8C2-7BDB72475164}" type="slidenum">
              <a:rPr lang="en-IN" smtClean="0"/>
              <a:t>‹#›</a:t>
            </a:fld>
            <a:endParaRPr lang="en-IN"/>
          </a:p>
        </p:txBody>
      </p:sp>
    </p:spTree>
    <p:extLst>
      <p:ext uri="{BB962C8B-B14F-4D97-AF65-F5344CB8AC3E}">
        <p14:creationId xmlns:p14="http://schemas.microsoft.com/office/powerpoint/2010/main" val="2666937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10111D-B84C-F2A9-45F4-EF94505C4275}"/>
              </a:ext>
            </a:extLst>
          </p:cNvPr>
          <p:cNvSpPr txBox="1"/>
          <p:nvPr/>
        </p:nvSpPr>
        <p:spPr>
          <a:xfrm>
            <a:off x="566928" y="859536"/>
            <a:ext cx="11548872" cy="5355312"/>
          </a:xfrm>
          <a:prstGeom prst="rect">
            <a:avLst/>
          </a:prstGeom>
          <a:noFill/>
        </p:spPr>
        <p:txBody>
          <a:bodyPr wrap="square" rtlCol="0">
            <a:spAutoFit/>
          </a:bodyPr>
          <a:lstStyle/>
          <a:p>
            <a:pPr algn="ctr"/>
            <a:r>
              <a:rPr lang="en-US" sz="4400" b="1" dirty="0"/>
              <a:t>FPGA PROJECT </a:t>
            </a:r>
          </a:p>
          <a:p>
            <a:endParaRPr lang="en-US" sz="2800" b="1" dirty="0"/>
          </a:p>
          <a:p>
            <a:endParaRPr lang="en-US" sz="2800" b="1" dirty="0"/>
          </a:p>
          <a:p>
            <a:r>
              <a:rPr lang="en-US" sz="2800" b="1" dirty="0"/>
              <a:t>Pipelined Posit Multiplier implementation and comparison  with IEE 754 floating point . (Group 23)</a:t>
            </a:r>
          </a:p>
          <a:p>
            <a:endParaRPr lang="en-US" sz="2800" b="1" dirty="0">
              <a:solidFill>
                <a:srgbClr val="FF0000"/>
              </a:solidFill>
            </a:endParaRPr>
          </a:p>
          <a:p>
            <a:r>
              <a:rPr lang="en-US" sz="2800" b="1" dirty="0" err="1">
                <a:solidFill>
                  <a:srgbClr val="FF0000"/>
                </a:solidFill>
              </a:rPr>
              <a:t>Github</a:t>
            </a:r>
            <a:r>
              <a:rPr lang="en-US" sz="2800" b="1" dirty="0">
                <a:solidFill>
                  <a:srgbClr val="FF0000"/>
                </a:solidFill>
              </a:rPr>
              <a:t> link : https://github.com/smartplay28/posit_multiplier</a:t>
            </a:r>
          </a:p>
          <a:p>
            <a:endParaRPr lang="en-US" sz="2800" b="1" dirty="0">
              <a:solidFill>
                <a:srgbClr val="FF0000"/>
              </a:solidFill>
            </a:endParaRPr>
          </a:p>
          <a:p>
            <a:r>
              <a:rPr lang="en-US" sz="2800" b="1" dirty="0"/>
              <a:t>Team Members:</a:t>
            </a:r>
          </a:p>
          <a:p>
            <a:r>
              <a:rPr lang="en-US" sz="2800" b="1" dirty="0"/>
              <a:t>Akshat Mittal (IMT2023606)</a:t>
            </a:r>
          </a:p>
          <a:p>
            <a:r>
              <a:rPr lang="en-US" sz="2800" b="1" dirty="0"/>
              <a:t> Nachiappan (IMT2023605)</a:t>
            </a:r>
          </a:p>
          <a:p>
            <a:endParaRPr lang="en-IN" dirty="0"/>
          </a:p>
        </p:txBody>
      </p:sp>
    </p:spTree>
    <p:extLst>
      <p:ext uri="{BB962C8B-B14F-4D97-AF65-F5344CB8AC3E}">
        <p14:creationId xmlns:p14="http://schemas.microsoft.com/office/powerpoint/2010/main" val="2764920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7C8FAB6-90F9-A0B1-A60D-C14FB1CE285B}"/>
              </a:ext>
            </a:extLst>
          </p:cNvPr>
          <p:cNvPicPr>
            <a:picLocks noChangeAspect="1"/>
          </p:cNvPicPr>
          <p:nvPr/>
        </p:nvPicPr>
        <p:blipFill>
          <a:blip r:embed="rId2"/>
          <a:stretch>
            <a:fillRect/>
          </a:stretch>
        </p:blipFill>
        <p:spPr>
          <a:xfrm>
            <a:off x="791111" y="2697480"/>
            <a:ext cx="9823396" cy="3896220"/>
          </a:xfrm>
          <a:prstGeom prst="rect">
            <a:avLst/>
          </a:prstGeom>
        </p:spPr>
      </p:pic>
      <p:sp>
        <p:nvSpPr>
          <p:cNvPr id="2" name="TextBox 1">
            <a:extLst>
              <a:ext uri="{FF2B5EF4-FFF2-40B4-BE49-F238E27FC236}">
                <a16:creationId xmlns:a16="http://schemas.microsoft.com/office/drawing/2014/main" id="{70C90BB8-BD93-823D-0154-E31BC0AD9109}"/>
              </a:ext>
            </a:extLst>
          </p:cNvPr>
          <p:cNvSpPr txBox="1"/>
          <p:nvPr/>
        </p:nvSpPr>
        <p:spPr>
          <a:xfrm>
            <a:off x="3831336" y="338565"/>
            <a:ext cx="3236976" cy="584775"/>
          </a:xfrm>
          <a:prstGeom prst="rect">
            <a:avLst/>
          </a:prstGeom>
          <a:noFill/>
        </p:spPr>
        <p:txBody>
          <a:bodyPr wrap="square" rtlCol="0">
            <a:spAutoFit/>
          </a:bodyPr>
          <a:lstStyle/>
          <a:p>
            <a:r>
              <a:rPr lang="en-IN" sz="3200" dirty="0"/>
              <a:t>  Introduction</a:t>
            </a:r>
          </a:p>
        </p:txBody>
      </p:sp>
      <p:sp>
        <p:nvSpPr>
          <p:cNvPr id="11" name="TextBox 10">
            <a:extLst>
              <a:ext uri="{FF2B5EF4-FFF2-40B4-BE49-F238E27FC236}">
                <a16:creationId xmlns:a16="http://schemas.microsoft.com/office/drawing/2014/main" id="{FFFC7E85-BFBD-CB94-7DFB-C544BD503850}"/>
              </a:ext>
            </a:extLst>
          </p:cNvPr>
          <p:cNvSpPr txBox="1"/>
          <p:nvPr/>
        </p:nvSpPr>
        <p:spPr>
          <a:xfrm>
            <a:off x="475488" y="1444752"/>
            <a:ext cx="11247120" cy="923330"/>
          </a:xfrm>
          <a:prstGeom prst="rect">
            <a:avLst/>
          </a:prstGeom>
          <a:noFill/>
        </p:spPr>
        <p:txBody>
          <a:bodyPr wrap="square" rtlCol="0">
            <a:spAutoFit/>
          </a:bodyPr>
          <a:lstStyle/>
          <a:p>
            <a:pPr marL="285750" indent="-285750">
              <a:buFont typeface="Arial" panose="020B0604020202020204" pitchFamily="34" charset="0"/>
              <a:buChar char="•"/>
            </a:pPr>
            <a:r>
              <a:rPr lang="en-US" dirty="0"/>
              <a:t>Posit number system is an emerging number system which aims to be a competitor to the existing IEEE floating-point number system. </a:t>
            </a:r>
          </a:p>
          <a:p>
            <a:pPr marL="285750" indent="-285750">
              <a:buFont typeface="Arial" panose="020B0604020202020204" pitchFamily="34" charset="0"/>
              <a:buChar char="•"/>
            </a:pPr>
            <a:r>
              <a:rPr lang="en-IN" dirty="0"/>
              <a:t>It was introduced  to provide </a:t>
            </a:r>
            <a:r>
              <a:rPr lang="en-IN" b="1" dirty="0"/>
              <a:t>higher accuracy</a:t>
            </a:r>
            <a:r>
              <a:rPr lang="en-IN" dirty="0"/>
              <a:t> and </a:t>
            </a:r>
            <a:r>
              <a:rPr lang="en-IN" b="1" dirty="0"/>
              <a:t>larger dynamic range</a:t>
            </a:r>
            <a:r>
              <a:rPr lang="en-IN" dirty="0"/>
              <a:t> for the same number of bits</a:t>
            </a:r>
          </a:p>
        </p:txBody>
      </p:sp>
      <p:pic>
        <p:nvPicPr>
          <p:cNvPr id="4" name="Picture 3">
            <a:extLst>
              <a:ext uri="{FF2B5EF4-FFF2-40B4-BE49-F238E27FC236}">
                <a16:creationId xmlns:a16="http://schemas.microsoft.com/office/drawing/2014/main" id="{1FCC1159-969E-B276-2E35-C3796AE2323B}"/>
              </a:ext>
            </a:extLst>
          </p:cNvPr>
          <p:cNvPicPr>
            <a:picLocks noChangeAspect="1"/>
          </p:cNvPicPr>
          <p:nvPr/>
        </p:nvPicPr>
        <p:blipFill>
          <a:blip r:embed="rId3"/>
          <a:stretch>
            <a:fillRect/>
          </a:stretch>
        </p:blipFill>
        <p:spPr>
          <a:xfrm>
            <a:off x="2189950" y="5337945"/>
            <a:ext cx="6001588" cy="790685"/>
          </a:xfrm>
          <a:prstGeom prst="rect">
            <a:avLst/>
          </a:prstGeom>
        </p:spPr>
      </p:pic>
    </p:spTree>
    <p:extLst>
      <p:ext uri="{BB962C8B-B14F-4D97-AF65-F5344CB8AC3E}">
        <p14:creationId xmlns:p14="http://schemas.microsoft.com/office/powerpoint/2010/main" val="2693560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622CF606-3FC5-68B3-6838-6BA11EA22AA4}"/>
              </a:ext>
            </a:extLst>
          </p:cNvPr>
          <p:cNvSpPr>
            <a:spLocks noChangeArrowheads="1"/>
          </p:cNvSpPr>
          <p:nvPr/>
        </p:nvSpPr>
        <p:spPr bwMode="auto">
          <a:xfrm>
            <a:off x="338328" y="3994432"/>
            <a:ext cx="11853672"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767E9E5-042F-BC43-C4FF-D3D35044B3BA}"/>
              </a:ext>
            </a:extLst>
          </p:cNvPr>
          <p:cNvSpPr txBox="1"/>
          <p:nvPr/>
        </p:nvSpPr>
        <p:spPr>
          <a:xfrm>
            <a:off x="402336" y="347472"/>
            <a:ext cx="11585448" cy="1477328"/>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Google Sans Text"/>
              </a:rPr>
              <a:t>Posit multiplier Unlike IEEE 754, which has fixed-width fields for exponent and mantissa, Posit uses a </a:t>
            </a:r>
            <a:r>
              <a:rPr lang="en-IN" b="1" dirty="0">
                <a:latin typeface="Google Sans Text"/>
              </a:rPr>
              <a:t>dynamic bit allocation</a:t>
            </a:r>
            <a:r>
              <a:rPr lang="en-IN" dirty="0">
                <a:latin typeface="Google Sans Text"/>
              </a:rPr>
              <a:t> strategy. </a:t>
            </a:r>
          </a:p>
          <a:p>
            <a:pPr marL="285750" indent="-285750">
              <a:buFont typeface="Arial" panose="020B0604020202020204" pitchFamily="34" charset="0"/>
              <a:buChar char="•"/>
            </a:pPr>
            <a:r>
              <a:rPr lang="en-IN" dirty="0">
                <a:latin typeface="Google Sans Text"/>
              </a:rPr>
              <a:t>This allows "Posits" to allocate more bits to the fraction (precision) when numbers are close to 1, and more bits to the exponent (range) when numbers are extremely large or small.</a:t>
            </a:r>
          </a:p>
          <a:p>
            <a:endParaRPr lang="en-IN" dirty="0"/>
          </a:p>
        </p:txBody>
      </p:sp>
      <p:sp>
        <p:nvSpPr>
          <p:cNvPr id="4" name="TextBox 3">
            <a:extLst>
              <a:ext uri="{FF2B5EF4-FFF2-40B4-BE49-F238E27FC236}">
                <a16:creationId xmlns:a16="http://schemas.microsoft.com/office/drawing/2014/main" id="{95942249-676D-3A98-2A4A-BA1D8206C847}"/>
              </a:ext>
            </a:extLst>
          </p:cNvPr>
          <p:cNvSpPr txBox="1"/>
          <p:nvPr/>
        </p:nvSpPr>
        <p:spPr>
          <a:xfrm>
            <a:off x="3035808" y="1947672"/>
            <a:ext cx="4005072" cy="800219"/>
          </a:xfrm>
          <a:prstGeom prst="rect">
            <a:avLst/>
          </a:prstGeom>
          <a:noFill/>
        </p:spPr>
        <p:txBody>
          <a:bodyPr wrap="square" rtlCol="0">
            <a:spAutoFit/>
          </a:bodyPr>
          <a:lstStyle/>
          <a:p>
            <a:r>
              <a:rPr lang="en-IN" sz="2800" dirty="0"/>
              <a:t>Methodology</a:t>
            </a:r>
          </a:p>
          <a:p>
            <a:endParaRPr lang="en-IN" dirty="0"/>
          </a:p>
        </p:txBody>
      </p:sp>
      <p:sp>
        <p:nvSpPr>
          <p:cNvPr id="8" name="TextBox 7">
            <a:extLst>
              <a:ext uri="{FF2B5EF4-FFF2-40B4-BE49-F238E27FC236}">
                <a16:creationId xmlns:a16="http://schemas.microsoft.com/office/drawing/2014/main" id="{53E97CA9-EBD6-9105-7573-05BD3309BD12}"/>
              </a:ext>
            </a:extLst>
          </p:cNvPr>
          <p:cNvSpPr txBox="1"/>
          <p:nvPr/>
        </p:nvSpPr>
        <p:spPr>
          <a:xfrm>
            <a:off x="402336" y="2761488"/>
            <a:ext cx="11789664" cy="4247317"/>
          </a:xfrm>
          <a:prstGeom prst="rect">
            <a:avLst/>
          </a:prstGeom>
          <a:noFill/>
        </p:spPr>
        <p:txBody>
          <a:bodyPr wrap="square" rtlCol="0">
            <a:spAutoFit/>
          </a:bodyPr>
          <a:lstStyle/>
          <a:p>
            <a:r>
              <a:rPr lang="en-IN" b="1" dirty="0"/>
              <a:t>Stage 1: Decode (Extraction)</a:t>
            </a:r>
          </a:p>
          <a:p>
            <a:endParaRPr lang="en-IN" dirty="0"/>
          </a:p>
          <a:p>
            <a:r>
              <a:rPr lang="en-IN" dirty="0"/>
              <a:t>Extract regime bits using Leading Zero/One Detector (LZOD) to determine run-length k</a:t>
            </a:r>
          </a:p>
          <a:p>
            <a:r>
              <a:rPr lang="en-IN" dirty="0"/>
              <a:t>Separate sign bit, exponent e, and fraction f from the 32-bit Posit format</a:t>
            </a:r>
          </a:p>
          <a:p>
            <a:endParaRPr lang="en-IN" dirty="0"/>
          </a:p>
          <a:p>
            <a:r>
              <a:rPr lang="en-IN" b="1" dirty="0"/>
              <a:t>Stage 2: Execution (Core Computation)</a:t>
            </a:r>
          </a:p>
          <a:p>
            <a:endParaRPr lang="en-IN" dirty="0"/>
          </a:p>
          <a:p>
            <a:r>
              <a:rPr lang="en-IN" dirty="0"/>
              <a:t>Calculate output sign using XOR and compute total scale factor using adder logic</a:t>
            </a:r>
          </a:p>
          <a:p>
            <a:r>
              <a:rPr lang="en-IN" dirty="0"/>
              <a:t>Perform mantissa multiplication (1.f_A) × (1.f_B) using FPGA DSP48 slices with pipelining</a:t>
            </a:r>
          </a:p>
          <a:p>
            <a:endParaRPr lang="en-IN" dirty="0"/>
          </a:p>
          <a:p>
            <a:r>
              <a:rPr lang="en-IN" b="1" dirty="0"/>
              <a:t>Stage 3: Encode (Packing)</a:t>
            </a:r>
          </a:p>
          <a:p>
            <a:endParaRPr lang="en-IN" dirty="0"/>
          </a:p>
          <a:p>
            <a:r>
              <a:rPr lang="en-IN" dirty="0"/>
              <a:t>Normalize the product by shifting fraction if result ≥ 2.0 and apply rounding</a:t>
            </a:r>
          </a:p>
          <a:p>
            <a:r>
              <a:rPr lang="en-IN" dirty="0"/>
              <a:t>Re-pack the sign, regime, exponent, and fraction into final 32-bit Posit output</a:t>
            </a:r>
          </a:p>
          <a:p>
            <a:endParaRPr lang="en-IN" dirty="0"/>
          </a:p>
        </p:txBody>
      </p:sp>
    </p:spTree>
    <p:extLst>
      <p:ext uri="{BB962C8B-B14F-4D97-AF65-F5344CB8AC3E}">
        <p14:creationId xmlns:p14="http://schemas.microsoft.com/office/powerpoint/2010/main" val="1107379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EF070C-95E1-C275-3EFE-A966BB86592C}"/>
              </a:ext>
            </a:extLst>
          </p:cNvPr>
          <p:cNvPicPr>
            <a:picLocks noChangeAspect="1"/>
          </p:cNvPicPr>
          <p:nvPr/>
        </p:nvPicPr>
        <p:blipFill>
          <a:blip r:embed="rId2"/>
          <a:stretch>
            <a:fillRect/>
          </a:stretch>
        </p:blipFill>
        <p:spPr>
          <a:xfrm>
            <a:off x="894842" y="1298448"/>
            <a:ext cx="9334024" cy="5053775"/>
          </a:xfrm>
          <a:prstGeom prst="rect">
            <a:avLst/>
          </a:prstGeom>
        </p:spPr>
      </p:pic>
      <p:sp>
        <p:nvSpPr>
          <p:cNvPr id="4" name="TextBox 3">
            <a:extLst>
              <a:ext uri="{FF2B5EF4-FFF2-40B4-BE49-F238E27FC236}">
                <a16:creationId xmlns:a16="http://schemas.microsoft.com/office/drawing/2014/main" id="{846416CB-1D73-94DA-FB93-E6C3DD2AA379}"/>
              </a:ext>
            </a:extLst>
          </p:cNvPr>
          <p:cNvSpPr txBox="1"/>
          <p:nvPr/>
        </p:nvSpPr>
        <p:spPr>
          <a:xfrm>
            <a:off x="1417320" y="384048"/>
            <a:ext cx="7534656" cy="584775"/>
          </a:xfrm>
          <a:prstGeom prst="rect">
            <a:avLst/>
          </a:prstGeom>
          <a:noFill/>
        </p:spPr>
        <p:txBody>
          <a:bodyPr wrap="square" rtlCol="0">
            <a:spAutoFit/>
          </a:bodyPr>
          <a:lstStyle/>
          <a:p>
            <a:r>
              <a:rPr lang="en-IN" sz="3200" dirty="0"/>
              <a:t> Architecture of Posit Multiplier</a:t>
            </a:r>
          </a:p>
        </p:txBody>
      </p:sp>
    </p:spTree>
    <p:extLst>
      <p:ext uri="{BB962C8B-B14F-4D97-AF65-F5344CB8AC3E}">
        <p14:creationId xmlns:p14="http://schemas.microsoft.com/office/powerpoint/2010/main" val="76071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EB56A42-78A0-2F36-0D63-D5A36AC9A743}"/>
              </a:ext>
            </a:extLst>
          </p:cNvPr>
          <p:cNvPicPr>
            <a:picLocks noChangeAspect="1"/>
          </p:cNvPicPr>
          <p:nvPr/>
        </p:nvPicPr>
        <p:blipFill>
          <a:blip r:embed="rId2"/>
          <a:stretch>
            <a:fillRect/>
          </a:stretch>
        </p:blipFill>
        <p:spPr>
          <a:xfrm>
            <a:off x="0" y="1432598"/>
            <a:ext cx="12135381" cy="3992803"/>
          </a:xfrm>
          <a:prstGeom prst="rect">
            <a:avLst/>
          </a:prstGeom>
        </p:spPr>
      </p:pic>
      <p:sp>
        <p:nvSpPr>
          <p:cNvPr id="5" name="TextBox 4">
            <a:extLst>
              <a:ext uri="{FF2B5EF4-FFF2-40B4-BE49-F238E27FC236}">
                <a16:creationId xmlns:a16="http://schemas.microsoft.com/office/drawing/2014/main" id="{7E6A50B1-69C1-B8E5-C64E-DB066795C32C}"/>
              </a:ext>
            </a:extLst>
          </p:cNvPr>
          <p:cNvSpPr txBox="1"/>
          <p:nvPr/>
        </p:nvSpPr>
        <p:spPr>
          <a:xfrm>
            <a:off x="347472" y="1197864"/>
            <a:ext cx="11768328" cy="646331"/>
          </a:xfrm>
          <a:prstGeom prst="rect">
            <a:avLst/>
          </a:prstGeom>
          <a:noFill/>
        </p:spPr>
        <p:txBody>
          <a:bodyPr wrap="square" rtlCol="0">
            <a:spAutoFit/>
          </a:bodyPr>
          <a:lstStyle/>
          <a:p>
            <a:endParaRPr lang="en-IN" dirty="0"/>
          </a:p>
          <a:p>
            <a:endParaRPr lang="en-IN" dirty="0"/>
          </a:p>
        </p:txBody>
      </p:sp>
      <p:sp>
        <p:nvSpPr>
          <p:cNvPr id="7" name="TextBox 6">
            <a:extLst>
              <a:ext uri="{FF2B5EF4-FFF2-40B4-BE49-F238E27FC236}">
                <a16:creationId xmlns:a16="http://schemas.microsoft.com/office/drawing/2014/main" id="{D8AD4187-D362-FFA3-4532-F47C00651D6A}"/>
              </a:ext>
            </a:extLst>
          </p:cNvPr>
          <p:cNvSpPr txBox="1"/>
          <p:nvPr/>
        </p:nvSpPr>
        <p:spPr>
          <a:xfrm>
            <a:off x="1819656" y="246888"/>
            <a:ext cx="8257032" cy="584775"/>
          </a:xfrm>
          <a:prstGeom prst="rect">
            <a:avLst/>
          </a:prstGeom>
          <a:noFill/>
        </p:spPr>
        <p:txBody>
          <a:bodyPr wrap="square" rtlCol="0">
            <a:spAutoFit/>
          </a:bodyPr>
          <a:lstStyle/>
          <a:p>
            <a:r>
              <a:rPr lang="en-IN" sz="3200" dirty="0"/>
              <a:t>                  Results: Timing Summary</a:t>
            </a:r>
          </a:p>
        </p:txBody>
      </p:sp>
    </p:spTree>
    <p:extLst>
      <p:ext uri="{BB962C8B-B14F-4D97-AF65-F5344CB8AC3E}">
        <p14:creationId xmlns:p14="http://schemas.microsoft.com/office/powerpoint/2010/main" val="4260703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1ACFBE5-C8E2-4893-B10E-54577BD3A924}"/>
              </a:ext>
            </a:extLst>
          </p:cNvPr>
          <p:cNvPicPr>
            <a:picLocks noChangeAspect="1"/>
          </p:cNvPicPr>
          <p:nvPr/>
        </p:nvPicPr>
        <p:blipFill>
          <a:blip r:embed="rId2"/>
          <a:stretch>
            <a:fillRect/>
          </a:stretch>
        </p:blipFill>
        <p:spPr>
          <a:xfrm>
            <a:off x="548640" y="3066134"/>
            <a:ext cx="6239746" cy="2800741"/>
          </a:xfrm>
          <a:prstGeom prst="rect">
            <a:avLst/>
          </a:prstGeom>
        </p:spPr>
      </p:pic>
      <p:pic>
        <p:nvPicPr>
          <p:cNvPr id="3" name="Picture 2">
            <a:extLst>
              <a:ext uri="{FF2B5EF4-FFF2-40B4-BE49-F238E27FC236}">
                <a16:creationId xmlns:a16="http://schemas.microsoft.com/office/drawing/2014/main" id="{62F4188A-F8D1-0201-E671-F2F28A226F4A}"/>
              </a:ext>
            </a:extLst>
          </p:cNvPr>
          <p:cNvPicPr>
            <a:picLocks noChangeAspect="1"/>
          </p:cNvPicPr>
          <p:nvPr/>
        </p:nvPicPr>
        <p:blipFill>
          <a:blip r:embed="rId3"/>
          <a:stretch>
            <a:fillRect/>
          </a:stretch>
        </p:blipFill>
        <p:spPr>
          <a:xfrm>
            <a:off x="301752" y="1815550"/>
            <a:ext cx="8507012" cy="438211"/>
          </a:xfrm>
          <a:prstGeom prst="rect">
            <a:avLst/>
          </a:prstGeom>
        </p:spPr>
      </p:pic>
      <p:sp>
        <p:nvSpPr>
          <p:cNvPr id="2" name="TextBox 1">
            <a:extLst>
              <a:ext uri="{FF2B5EF4-FFF2-40B4-BE49-F238E27FC236}">
                <a16:creationId xmlns:a16="http://schemas.microsoft.com/office/drawing/2014/main" id="{526301F2-500D-EC73-DA30-566724A248D4}"/>
              </a:ext>
            </a:extLst>
          </p:cNvPr>
          <p:cNvSpPr txBox="1"/>
          <p:nvPr/>
        </p:nvSpPr>
        <p:spPr>
          <a:xfrm>
            <a:off x="1600200" y="566928"/>
            <a:ext cx="7872984" cy="584775"/>
          </a:xfrm>
          <a:prstGeom prst="rect">
            <a:avLst/>
          </a:prstGeom>
          <a:noFill/>
        </p:spPr>
        <p:txBody>
          <a:bodyPr wrap="square" rtlCol="0">
            <a:spAutoFit/>
          </a:bodyPr>
          <a:lstStyle/>
          <a:p>
            <a:pPr algn="ctr"/>
            <a:r>
              <a:rPr lang="en-IN" sz="3200" dirty="0"/>
              <a:t>Max Frequency </a:t>
            </a:r>
          </a:p>
        </p:txBody>
      </p:sp>
    </p:spTree>
    <p:extLst>
      <p:ext uri="{BB962C8B-B14F-4D97-AF65-F5344CB8AC3E}">
        <p14:creationId xmlns:p14="http://schemas.microsoft.com/office/powerpoint/2010/main" val="3665861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7B00DC-8917-343B-4DF8-5C1D902B9606}"/>
              </a:ext>
            </a:extLst>
          </p:cNvPr>
          <p:cNvPicPr>
            <a:picLocks noChangeAspect="1"/>
          </p:cNvPicPr>
          <p:nvPr/>
        </p:nvPicPr>
        <p:blipFill>
          <a:blip r:embed="rId2"/>
          <a:stretch>
            <a:fillRect/>
          </a:stretch>
        </p:blipFill>
        <p:spPr>
          <a:xfrm>
            <a:off x="148281" y="968823"/>
            <a:ext cx="11895438" cy="5889177"/>
          </a:xfrm>
          <a:prstGeom prst="rect">
            <a:avLst/>
          </a:prstGeom>
        </p:spPr>
      </p:pic>
      <p:sp>
        <p:nvSpPr>
          <p:cNvPr id="3" name="TextBox 2">
            <a:extLst>
              <a:ext uri="{FF2B5EF4-FFF2-40B4-BE49-F238E27FC236}">
                <a16:creationId xmlns:a16="http://schemas.microsoft.com/office/drawing/2014/main" id="{0CBB9110-FFC5-A450-DE61-22A3FC43292F}"/>
              </a:ext>
            </a:extLst>
          </p:cNvPr>
          <p:cNvSpPr txBox="1"/>
          <p:nvPr/>
        </p:nvSpPr>
        <p:spPr>
          <a:xfrm>
            <a:off x="3328416" y="192024"/>
            <a:ext cx="5660136" cy="584775"/>
          </a:xfrm>
          <a:prstGeom prst="rect">
            <a:avLst/>
          </a:prstGeom>
          <a:noFill/>
        </p:spPr>
        <p:txBody>
          <a:bodyPr wrap="square" rtlCol="0">
            <a:spAutoFit/>
          </a:bodyPr>
          <a:lstStyle/>
          <a:p>
            <a:r>
              <a:rPr lang="en-IN" sz="3200" dirty="0"/>
              <a:t>Power Summary </a:t>
            </a:r>
          </a:p>
        </p:txBody>
      </p:sp>
    </p:spTree>
    <p:extLst>
      <p:ext uri="{BB962C8B-B14F-4D97-AF65-F5344CB8AC3E}">
        <p14:creationId xmlns:p14="http://schemas.microsoft.com/office/powerpoint/2010/main" val="99376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AB5572-C0A5-AE8F-184A-9AC2CD0264FD}"/>
              </a:ext>
            </a:extLst>
          </p:cNvPr>
          <p:cNvSpPr txBox="1"/>
          <p:nvPr/>
        </p:nvSpPr>
        <p:spPr>
          <a:xfrm>
            <a:off x="2971800" y="292608"/>
            <a:ext cx="6007608" cy="584775"/>
          </a:xfrm>
          <a:prstGeom prst="rect">
            <a:avLst/>
          </a:prstGeom>
          <a:noFill/>
        </p:spPr>
        <p:txBody>
          <a:bodyPr wrap="square" rtlCol="0">
            <a:spAutoFit/>
          </a:bodyPr>
          <a:lstStyle/>
          <a:p>
            <a:r>
              <a:rPr lang="en-IN" sz="3200" dirty="0"/>
              <a:t>Resource Utilisation Summary</a:t>
            </a:r>
          </a:p>
        </p:txBody>
      </p:sp>
      <p:pic>
        <p:nvPicPr>
          <p:cNvPr id="2" name="Picture 1">
            <a:extLst>
              <a:ext uri="{FF2B5EF4-FFF2-40B4-BE49-F238E27FC236}">
                <a16:creationId xmlns:a16="http://schemas.microsoft.com/office/drawing/2014/main" id="{0092C156-448F-D706-C77E-55A0055416BF}"/>
              </a:ext>
            </a:extLst>
          </p:cNvPr>
          <p:cNvPicPr>
            <a:picLocks noChangeAspect="1"/>
          </p:cNvPicPr>
          <p:nvPr/>
        </p:nvPicPr>
        <p:blipFill>
          <a:blip r:embed="rId2"/>
          <a:stretch>
            <a:fillRect/>
          </a:stretch>
        </p:blipFill>
        <p:spPr>
          <a:xfrm>
            <a:off x="643870" y="1040121"/>
            <a:ext cx="8335538" cy="5525271"/>
          </a:xfrm>
          <a:prstGeom prst="rect">
            <a:avLst/>
          </a:prstGeom>
        </p:spPr>
      </p:pic>
    </p:spTree>
    <p:extLst>
      <p:ext uri="{BB962C8B-B14F-4D97-AF65-F5344CB8AC3E}">
        <p14:creationId xmlns:p14="http://schemas.microsoft.com/office/powerpoint/2010/main" val="3227486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395D89-34CE-1868-6DE8-D0BC88A8C00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09" y="43673"/>
            <a:ext cx="9845676" cy="2914652"/>
          </a:xfrm>
          <a:prstGeom prst="rect">
            <a:avLst/>
          </a:prstGeom>
          <a:noFill/>
          <a:ln>
            <a:noFill/>
          </a:ln>
        </p:spPr>
      </p:pic>
      <p:pic>
        <p:nvPicPr>
          <p:cNvPr id="5" name="Picture 4">
            <a:extLst>
              <a:ext uri="{FF2B5EF4-FFF2-40B4-BE49-F238E27FC236}">
                <a16:creationId xmlns:a16="http://schemas.microsoft.com/office/drawing/2014/main" id="{0626FAC7-0145-2747-A38B-3AD7CB23B82B}"/>
              </a:ext>
            </a:extLst>
          </p:cNvPr>
          <p:cNvPicPr>
            <a:picLocks noChangeAspect="1"/>
          </p:cNvPicPr>
          <p:nvPr/>
        </p:nvPicPr>
        <p:blipFill>
          <a:blip r:embed="rId3"/>
          <a:stretch>
            <a:fillRect/>
          </a:stretch>
        </p:blipFill>
        <p:spPr>
          <a:xfrm>
            <a:off x="84709" y="2853915"/>
            <a:ext cx="8935697" cy="3848637"/>
          </a:xfrm>
          <a:prstGeom prst="rect">
            <a:avLst/>
          </a:prstGeom>
        </p:spPr>
      </p:pic>
    </p:spTree>
    <p:extLst>
      <p:ext uri="{BB962C8B-B14F-4D97-AF65-F5344CB8AC3E}">
        <p14:creationId xmlns:p14="http://schemas.microsoft.com/office/powerpoint/2010/main" val="426704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028EBE-426D-D717-8C4E-B2E2ECCF2CAB}"/>
              </a:ext>
            </a:extLst>
          </p:cNvPr>
          <p:cNvPicPr>
            <a:picLocks noChangeAspect="1"/>
          </p:cNvPicPr>
          <p:nvPr/>
        </p:nvPicPr>
        <p:blipFill>
          <a:blip r:embed="rId2"/>
          <a:stretch>
            <a:fillRect/>
          </a:stretch>
        </p:blipFill>
        <p:spPr>
          <a:xfrm>
            <a:off x="94488" y="1298448"/>
            <a:ext cx="12192000" cy="4553712"/>
          </a:xfrm>
          <a:prstGeom prst="rect">
            <a:avLst/>
          </a:prstGeom>
        </p:spPr>
      </p:pic>
      <p:sp>
        <p:nvSpPr>
          <p:cNvPr id="4" name="TextBox 3">
            <a:extLst>
              <a:ext uri="{FF2B5EF4-FFF2-40B4-BE49-F238E27FC236}">
                <a16:creationId xmlns:a16="http://schemas.microsoft.com/office/drawing/2014/main" id="{483077D5-E142-BA5B-942A-293FDA2A4F9D}"/>
              </a:ext>
            </a:extLst>
          </p:cNvPr>
          <p:cNvSpPr txBox="1"/>
          <p:nvPr/>
        </p:nvSpPr>
        <p:spPr>
          <a:xfrm>
            <a:off x="3529584" y="382262"/>
            <a:ext cx="5321808" cy="584775"/>
          </a:xfrm>
          <a:prstGeom prst="rect">
            <a:avLst/>
          </a:prstGeom>
          <a:noFill/>
        </p:spPr>
        <p:txBody>
          <a:bodyPr wrap="square" rtlCol="0">
            <a:spAutoFit/>
          </a:bodyPr>
          <a:lstStyle/>
          <a:p>
            <a:r>
              <a:rPr lang="en-IN" sz="3200" dirty="0"/>
              <a:t>Schematic </a:t>
            </a:r>
          </a:p>
        </p:txBody>
      </p:sp>
    </p:spTree>
    <p:extLst>
      <p:ext uri="{BB962C8B-B14F-4D97-AF65-F5344CB8AC3E}">
        <p14:creationId xmlns:p14="http://schemas.microsoft.com/office/powerpoint/2010/main" val="3152793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D58DE6-B507-1B7B-E9CC-F00C7F00B7D0}"/>
              </a:ext>
            </a:extLst>
          </p:cNvPr>
          <p:cNvPicPr>
            <a:picLocks noChangeAspect="1"/>
          </p:cNvPicPr>
          <p:nvPr/>
        </p:nvPicPr>
        <p:blipFill>
          <a:blip r:embed="rId2"/>
          <a:stretch>
            <a:fillRect/>
          </a:stretch>
        </p:blipFill>
        <p:spPr>
          <a:xfrm>
            <a:off x="210312" y="1435608"/>
            <a:ext cx="6647688" cy="3693569"/>
          </a:xfrm>
          <a:prstGeom prst="rect">
            <a:avLst/>
          </a:prstGeom>
        </p:spPr>
      </p:pic>
      <p:pic>
        <p:nvPicPr>
          <p:cNvPr id="7" name="Picture 6">
            <a:extLst>
              <a:ext uri="{FF2B5EF4-FFF2-40B4-BE49-F238E27FC236}">
                <a16:creationId xmlns:a16="http://schemas.microsoft.com/office/drawing/2014/main" id="{7352ADFE-FCF3-85E9-1F58-05AE74C5421D}"/>
              </a:ext>
            </a:extLst>
          </p:cNvPr>
          <p:cNvPicPr>
            <a:picLocks noChangeAspect="1"/>
          </p:cNvPicPr>
          <p:nvPr/>
        </p:nvPicPr>
        <p:blipFill>
          <a:blip r:embed="rId3"/>
          <a:stretch>
            <a:fillRect/>
          </a:stretch>
        </p:blipFill>
        <p:spPr>
          <a:xfrm>
            <a:off x="7306056" y="2025154"/>
            <a:ext cx="4465320" cy="2190268"/>
          </a:xfrm>
          <a:prstGeom prst="rect">
            <a:avLst/>
          </a:prstGeom>
        </p:spPr>
      </p:pic>
      <p:sp>
        <p:nvSpPr>
          <p:cNvPr id="2" name="TextBox 1">
            <a:extLst>
              <a:ext uri="{FF2B5EF4-FFF2-40B4-BE49-F238E27FC236}">
                <a16:creationId xmlns:a16="http://schemas.microsoft.com/office/drawing/2014/main" id="{231EE06D-9485-1519-0351-2650E4E63FD8}"/>
              </a:ext>
            </a:extLst>
          </p:cNvPr>
          <p:cNvSpPr txBox="1"/>
          <p:nvPr/>
        </p:nvSpPr>
        <p:spPr>
          <a:xfrm>
            <a:off x="1847088" y="612648"/>
            <a:ext cx="6455664" cy="523220"/>
          </a:xfrm>
          <a:prstGeom prst="rect">
            <a:avLst/>
          </a:prstGeom>
          <a:noFill/>
        </p:spPr>
        <p:txBody>
          <a:bodyPr wrap="square" rtlCol="0">
            <a:spAutoFit/>
          </a:bodyPr>
          <a:lstStyle/>
          <a:p>
            <a:pPr algn="ctr"/>
            <a:r>
              <a:rPr lang="en-IN" sz="2800" dirty="0"/>
              <a:t>Critical path </a:t>
            </a:r>
          </a:p>
        </p:txBody>
      </p:sp>
      <p:sp>
        <p:nvSpPr>
          <p:cNvPr id="4" name="TextBox 3">
            <a:extLst>
              <a:ext uri="{FF2B5EF4-FFF2-40B4-BE49-F238E27FC236}">
                <a16:creationId xmlns:a16="http://schemas.microsoft.com/office/drawing/2014/main" id="{6490072D-9C70-22BB-358C-E52ECB8E16F7}"/>
              </a:ext>
            </a:extLst>
          </p:cNvPr>
          <p:cNvSpPr txBox="1"/>
          <p:nvPr/>
        </p:nvSpPr>
        <p:spPr>
          <a:xfrm>
            <a:off x="886968" y="5568696"/>
            <a:ext cx="5833872" cy="369332"/>
          </a:xfrm>
          <a:prstGeom prst="rect">
            <a:avLst/>
          </a:prstGeom>
          <a:noFill/>
        </p:spPr>
        <p:txBody>
          <a:bodyPr wrap="square" rtlCol="0">
            <a:spAutoFit/>
          </a:bodyPr>
          <a:lstStyle/>
          <a:p>
            <a:r>
              <a:rPr lang="en-IN" dirty="0"/>
              <a:t>This is without clock divider </a:t>
            </a:r>
          </a:p>
        </p:txBody>
      </p:sp>
      <p:sp>
        <p:nvSpPr>
          <p:cNvPr id="5" name="TextBox 4">
            <a:extLst>
              <a:ext uri="{FF2B5EF4-FFF2-40B4-BE49-F238E27FC236}">
                <a16:creationId xmlns:a16="http://schemas.microsoft.com/office/drawing/2014/main" id="{792F387F-18FE-2E30-AFB7-385D893E682C}"/>
              </a:ext>
            </a:extLst>
          </p:cNvPr>
          <p:cNvSpPr txBox="1"/>
          <p:nvPr/>
        </p:nvSpPr>
        <p:spPr>
          <a:xfrm>
            <a:off x="7936992" y="4782312"/>
            <a:ext cx="3282696" cy="369332"/>
          </a:xfrm>
          <a:prstGeom prst="rect">
            <a:avLst/>
          </a:prstGeom>
          <a:noFill/>
        </p:spPr>
        <p:txBody>
          <a:bodyPr wrap="square" rtlCol="0">
            <a:spAutoFit/>
          </a:bodyPr>
          <a:lstStyle/>
          <a:p>
            <a:r>
              <a:rPr lang="en-IN" dirty="0"/>
              <a:t>This is with clock divider </a:t>
            </a:r>
          </a:p>
        </p:txBody>
      </p:sp>
      <p:pic>
        <p:nvPicPr>
          <p:cNvPr id="8" name="Picture 7">
            <a:extLst>
              <a:ext uri="{FF2B5EF4-FFF2-40B4-BE49-F238E27FC236}">
                <a16:creationId xmlns:a16="http://schemas.microsoft.com/office/drawing/2014/main" id="{C6E61FC7-BCBB-F781-1017-985AC9FDB969}"/>
              </a:ext>
            </a:extLst>
          </p:cNvPr>
          <p:cNvPicPr>
            <a:picLocks noChangeAspect="1"/>
          </p:cNvPicPr>
          <p:nvPr/>
        </p:nvPicPr>
        <p:blipFill>
          <a:blip r:embed="rId4"/>
          <a:stretch>
            <a:fillRect/>
          </a:stretch>
        </p:blipFill>
        <p:spPr>
          <a:xfrm>
            <a:off x="2788886" y="6048888"/>
            <a:ext cx="8430802" cy="657317"/>
          </a:xfrm>
          <a:prstGeom prst="rect">
            <a:avLst/>
          </a:prstGeom>
        </p:spPr>
      </p:pic>
      <p:sp>
        <p:nvSpPr>
          <p:cNvPr id="6" name="TextBox 5">
            <a:extLst>
              <a:ext uri="{FF2B5EF4-FFF2-40B4-BE49-F238E27FC236}">
                <a16:creationId xmlns:a16="http://schemas.microsoft.com/office/drawing/2014/main" id="{D21C7837-FBA8-0263-98D6-6F09AD66E4A1}"/>
              </a:ext>
            </a:extLst>
          </p:cNvPr>
          <p:cNvSpPr txBox="1"/>
          <p:nvPr/>
        </p:nvSpPr>
        <p:spPr>
          <a:xfrm>
            <a:off x="7452360" y="923544"/>
            <a:ext cx="2892552" cy="646331"/>
          </a:xfrm>
          <a:prstGeom prst="rect">
            <a:avLst/>
          </a:prstGeom>
          <a:noFill/>
        </p:spPr>
        <p:txBody>
          <a:bodyPr wrap="square" rtlCol="0">
            <a:spAutoFit/>
          </a:bodyPr>
          <a:lstStyle/>
          <a:p>
            <a:r>
              <a:rPr lang="en-IN" dirty="0"/>
              <a:t>I implemented bitstream </a:t>
            </a:r>
            <a:r>
              <a:rPr lang="en-IN" dirty="0" err="1"/>
              <a:t>ila</a:t>
            </a:r>
            <a:r>
              <a:rPr lang="en-IN" dirty="0"/>
              <a:t> too issue related to that</a:t>
            </a:r>
          </a:p>
        </p:txBody>
      </p:sp>
    </p:spTree>
    <p:extLst>
      <p:ext uri="{BB962C8B-B14F-4D97-AF65-F5344CB8AC3E}">
        <p14:creationId xmlns:p14="http://schemas.microsoft.com/office/powerpoint/2010/main" val="1046025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ADA92D-FE87-5C79-FEC5-3BC405C62D10}"/>
              </a:ext>
            </a:extLst>
          </p:cNvPr>
          <p:cNvSpPr txBox="1"/>
          <p:nvPr/>
        </p:nvSpPr>
        <p:spPr>
          <a:xfrm>
            <a:off x="329184" y="530352"/>
            <a:ext cx="10241280" cy="800219"/>
          </a:xfrm>
          <a:prstGeom prst="rect">
            <a:avLst/>
          </a:prstGeom>
          <a:noFill/>
        </p:spPr>
        <p:txBody>
          <a:bodyPr wrap="square" rtlCol="0">
            <a:spAutoFit/>
          </a:bodyPr>
          <a:lstStyle/>
          <a:p>
            <a:pPr algn="ctr"/>
            <a:r>
              <a:rPr lang="en-IN" sz="2800" dirty="0"/>
              <a:t>Comparison with IEE754 and posit multiplier</a:t>
            </a:r>
          </a:p>
          <a:p>
            <a:endParaRPr lang="en-IN" dirty="0"/>
          </a:p>
        </p:txBody>
      </p:sp>
      <p:pic>
        <p:nvPicPr>
          <p:cNvPr id="5" name="Picture 4">
            <a:extLst>
              <a:ext uri="{FF2B5EF4-FFF2-40B4-BE49-F238E27FC236}">
                <a16:creationId xmlns:a16="http://schemas.microsoft.com/office/drawing/2014/main" id="{434DD1A1-8469-1474-337B-842BBFF317A1}"/>
              </a:ext>
            </a:extLst>
          </p:cNvPr>
          <p:cNvPicPr>
            <a:picLocks noChangeAspect="1"/>
          </p:cNvPicPr>
          <p:nvPr/>
        </p:nvPicPr>
        <p:blipFill>
          <a:blip r:embed="rId3"/>
          <a:stretch>
            <a:fillRect/>
          </a:stretch>
        </p:blipFill>
        <p:spPr>
          <a:xfrm>
            <a:off x="521208" y="1330571"/>
            <a:ext cx="7562087" cy="2244875"/>
          </a:xfrm>
          <a:prstGeom prst="rect">
            <a:avLst/>
          </a:prstGeom>
        </p:spPr>
      </p:pic>
      <p:pic>
        <p:nvPicPr>
          <p:cNvPr id="7" name="Picture 6">
            <a:extLst>
              <a:ext uri="{FF2B5EF4-FFF2-40B4-BE49-F238E27FC236}">
                <a16:creationId xmlns:a16="http://schemas.microsoft.com/office/drawing/2014/main" id="{7969896F-100F-6489-A142-7D8D18859D3E}"/>
              </a:ext>
            </a:extLst>
          </p:cNvPr>
          <p:cNvPicPr>
            <a:picLocks noChangeAspect="1"/>
          </p:cNvPicPr>
          <p:nvPr/>
        </p:nvPicPr>
        <p:blipFill>
          <a:blip r:embed="rId4"/>
          <a:stretch>
            <a:fillRect/>
          </a:stretch>
        </p:blipFill>
        <p:spPr>
          <a:xfrm>
            <a:off x="130431" y="3776472"/>
            <a:ext cx="9278745" cy="2763404"/>
          </a:xfrm>
          <a:prstGeom prst="rect">
            <a:avLst/>
          </a:prstGeom>
        </p:spPr>
      </p:pic>
      <p:sp>
        <p:nvSpPr>
          <p:cNvPr id="12" name="TextBox 11">
            <a:extLst>
              <a:ext uri="{FF2B5EF4-FFF2-40B4-BE49-F238E27FC236}">
                <a16:creationId xmlns:a16="http://schemas.microsoft.com/office/drawing/2014/main" id="{CB3E070C-8438-5ABF-1983-24EBAF1A16F0}"/>
              </a:ext>
            </a:extLst>
          </p:cNvPr>
          <p:cNvSpPr txBox="1"/>
          <p:nvPr/>
        </p:nvSpPr>
        <p:spPr>
          <a:xfrm>
            <a:off x="9162288" y="1330571"/>
            <a:ext cx="2359152" cy="369332"/>
          </a:xfrm>
          <a:prstGeom prst="rect">
            <a:avLst/>
          </a:prstGeom>
          <a:noFill/>
        </p:spPr>
        <p:txBody>
          <a:bodyPr wrap="square" rtlCol="0">
            <a:spAutoFit/>
          </a:bodyPr>
          <a:lstStyle/>
          <a:p>
            <a:r>
              <a:rPr lang="en-IN" dirty="0"/>
              <a:t>Basic info</a:t>
            </a:r>
          </a:p>
        </p:txBody>
      </p:sp>
      <p:sp>
        <p:nvSpPr>
          <p:cNvPr id="13" name="TextBox 12">
            <a:extLst>
              <a:ext uri="{FF2B5EF4-FFF2-40B4-BE49-F238E27FC236}">
                <a16:creationId xmlns:a16="http://schemas.microsoft.com/office/drawing/2014/main" id="{EB7213C8-6646-A8BF-FBBE-0BFECA47236D}"/>
              </a:ext>
            </a:extLst>
          </p:cNvPr>
          <p:cNvSpPr txBox="1"/>
          <p:nvPr/>
        </p:nvSpPr>
        <p:spPr>
          <a:xfrm>
            <a:off x="10049256" y="4590288"/>
            <a:ext cx="1271016" cy="646331"/>
          </a:xfrm>
          <a:prstGeom prst="rect">
            <a:avLst/>
          </a:prstGeom>
          <a:noFill/>
        </p:spPr>
        <p:txBody>
          <a:bodyPr wrap="square" rtlCol="0">
            <a:spAutoFit/>
          </a:bodyPr>
          <a:lstStyle/>
          <a:p>
            <a:r>
              <a:rPr lang="en-IN" dirty="0"/>
              <a:t>Timing </a:t>
            </a:r>
            <a:r>
              <a:rPr lang="en-IN" dirty="0" err="1"/>
              <a:t>sumary</a:t>
            </a:r>
            <a:endParaRPr lang="en-IN" dirty="0"/>
          </a:p>
        </p:txBody>
      </p:sp>
    </p:spTree>
    <p:extLst>
      <p:ext uri="{BB962C8B-B14F-4D97-AF65-F5344CB8AC3E}">
        <p14:creationId xmlns:p14="http://schemas.microsoft.com/office/powerpoint/2010/main" val="194891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28569C-23E1-5E91-2AF7-668D9235E6B9}"/>
              </a:ext>
            </a:extLst>
          </p:cNvPr>
          <p:cNvPicPr>
            <a:picLocks noChangeAspect="1"/>
          </p:cNvPicPr>
          <p:nvPr/>
        </p:nvPicPr>
        <p:blipFill>
          <a:blip r:embed="rId2"/>
          <a:stretch>
            <a:fillRect/>
          </a:stretch>
        </p:blipFill>
        <p:spPr>
          <a:xfrm>
            <a:off x="90430" y="183771"/>
            <a:ext cx="9011908" cy="3600953"/>
          </a:xfrm>
          <a:prstGeom prst="rect">
            <a:avLst/>
          </a:prstGeom>
        </p:spPr>
      </p:pic>
      <p:pic>
        <p:nvPicPr>
          <p:cNvPr id="9" name="Picture 8">
            <a:extLst>
              <a:ext uri="{FF2B5EF4-FFF2-40B4-BE49-F238E27FC236}">
                <a16:creationId xmlns:a16="http://schemas.microsoft.com/office/drawing/2014/main" id="{69C136AB-0B5F-9F95-A804-702485E11DD2}"/>
              </a:ext>
            </a:extLst>
          </p:cNvPr>
          <p:cNvPicPr>
            <a:picLocks noChangeAspect="1"/>
          </p:cNvPicPr>
          <p:nvPr/>
        </p:nvPicPr>
        <p:blipFill>
          <a:blip r:embed="rId3"/>
          <a:stretch>
            <a:fillRect/>
          </a:stretch>
        </p:blipFill>
        <p:spPr>
          <a:xfrm>
            <a:off x="684028" y="4144893"/>
            <a:ext cx="7536908" cy="2201044"/>
          </a:xfrm>
          <a:prstGeom prst="rect">
            <a:avLst/>
          </a:prstGeom>
        </p:spPr>
      </p:pic>
      <p:sp>
        <p:nvSpPr>
          <p:cNvPr id="4" name="TextBox 3">
            <a:extLst>
              <a:ext uri="{FF2B5EF4-FFF2-40B4-BE49-F238E27FC236}">
                <a16:creationId xmlns:a16="http://schemas.microsoft.com/office/drawing/2014/main" id="{80D4BC52-F8C4-BC99-1009-F41B20A1B2BF}"/>
              </a:ext>
            </a:extLst>
          </p:cNvPr>
          <p:cNvSpPr txBox="1"/>
          <p:nvPr/>
        </p:nvSpPr>
        <p:spPr>
          <a:xfrm>
            <a:off x="9966960" y="1280160"/>
            <a:ext cx="1179576" cy="646331"/>
          </a:xfrm>
          <a:prstGeom prst="rect">
            <a:avLst/>
          </a:prstGeom>
          <a:noFill/>
        </p:spPr>
        <p:txBody>
          <a:bodyPr wrap="square" rtlCol="0">
            <a:spAutoFit/>
          </a:bodyPr>
          <a:lstStyle/>
          <a:p>
            <a:r>
              <a:rPr lang="en-IN" dirty="0"/>
              <a:t>Critical path </a:t>
            </a:r>
          </a:p>
        </p:txBody>
      </p:sp>
      <p:sp>
        <p:nvSpPr>
          <p:cNvPr id="5" name="TextBox 4">
            <a:extLst>
              <a:ext uri="{FF2B5EF4-FFF2-40B4-BE49-F238E27FC236}">
                <a16:creationId xmlns:a16="http://schemas.microsoft.com/office/drawing/2014/main" id="{68E5B991-8BEB-F224-C9A4-53635C44DEA7}"/>
              </a:ext>
            </a:extLst>
          </p:cNvPr>
          <p:cNvSpPr txBox="1"/>
          <p:nvPr/>
        </p:nvSpPr>
        <p:spPr>
          <a:xfrm>
            <a:off x="9628632" y="4663440"/>
            <a:ext cx="2157984" cy="369332"/>
          </a:xfrm>
          <a:prstGeom prst="rect">
            <a:avLst/>
          </a:prstGeom>
          <a:noFill/>
        </p:spPr>
        <p:txBody>
          <a:bodyPr wrap="square" rtlCol="0">
            <a:spAutoFit/>
          </a:bodyPr>
          <a:lstStyle/>
          <a:p>
            <a:r>
              <a:rPr lang="en-IN" dirty="0"/>
              <a:t>Power </a:t>
            </a:r>
          </a:p>
        </p:txBody>
      </p:sp>
    </p:spTree>
    <p:extLst>
      <p:ext uri="{BB962C8B-B14F-4D97-AF65-F5344CB8AC3E}">
        <p14:creationId xmlns:p14="http://schemas.microsoft.com/office/powerpoint/2010/main" val="799061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56E4BC3-2EF8-7FB8-F320-220F6198E245}"/>
              </a:ext>
            </a:extLst>
          </p:cNvPr>
          <p:cNvPicPr>
            <a:picLocks noChangeAspect="1"/>
          </p:cNvPicPr>
          <p:nvPr/>
        </p:nvPicPr>
        <p:blipFill>
          <a:blip r:embed="rId2"/>
          <a:stretch>
            <a:fillRect/>
          </a:stretch>
        </p:blipFill>
        <p:spPr>
          <a:xfrm>
            <a:off x="80410" y="0"/>
            <a:ext cx="6015590" cy="3717578"/>
          </a:xfrm>
          <a:prstGeom prst="rect">
            <a:avLst/>
          </a:prstGeom>
        </p:spPr>
      </p:pic>
      <p:sp>
        <p:nvSpPr>
          <p:cNvPr id="2" name="TextBox 1">
            <a:extLst>
              <a:ext uri="{FF2B5EF4-FFF2-40B4-BE49-F238E27FC236}">
                <a16:creationId xmlns:a16="http://schemas.microsoft.com/office/drawing/2014/main" id="{4CD4EFBD-9D63-F193-ABBA-4F11071E84C9}"/>
              </a:ext>
            </a:extLst>
          </p:cNvPr>
          <p:cNvSpPr txBox="1"/>
          <p:nvPr/>
        </p:nvSpPr>
        <p:spPr>
          <a:xfrm>
            <a:off x="7598664" y="603504"/>
            <a:ext cx="1837944" cy="646331"/>
          </a:xfrm>
          <a:prstGeom prst="rect">
            <a:avLst/>
          </a:prstGeom>
          <a:noFill/>
        </p:spPr>
        <p:txBody>
          <a:bodyPr wrap="square" rtlCol="0">
            <a:spAutoFit/>
          </a:bodyPr>
          <a:lstStyle/>
          <a:p>
            <a:r>
              <a:rPr lang="en-IN" dirty="0"/>
              <a:t>Resource utilization</a:t>
            </a:r>
          </a:p>
        </p:txBody>
      </p:sp>
      <p:sp>
        <p:nvSpPr>
          <p:cNvPr id="3" name="TextBox 2">
            <a:extLst>
              <a:ext uri="{FF2B5EF4-FFF2-40B4-BE49-F238E27FC236}">
                <a16:creationId xmlns:a16="http://schemas.microsoft.com/office/drawing/2014/main" id="{A758AFBD-E042-4E5E-A3C4-5D7C79FD07DA}"/>
              </a:ext>
            </a:extLst>
          </p:cNvPr>
          <p:cNvSpPr txBox="1"/>
          <p:nvPr/>
        </p:nvSpPr>
        <p:spPr>
          <a:xfrm>
            <a:off x="795528" y="4672584"/>
            <a:ext cx="8823960" cy="1200329"/>
          </a:xfrm>
          <a:prstGeom prst="rect">
            <a:avLst/>
          </a:prstGeom>
          <a:noFill/>
        </p:spPr>
        <p:txBody>
          <a:bodyPr wrap="square" rtlCol="0">
            <a:spAutoFit/>
          </a:bodyPr>
          <a:lstStyle/>
          <a:p>
            <a:r>
              <a:rPr lang="en-IN" dirty="0"/>
              <a:t>Posit better for accuracy , dynamic range per bit and reduced errors for rest of all stuff as we can see </a:t>
            </a:r>
            <a:br>
              <a:rPr lang="en-IN" dirty="0"/>
            </a:br>
            <a:r>
              <a:rPr lang="en-IN" dirty="0"/>
              <a:t>critical path of posit is larger , power consumption is more , time taken is more , resources being used for posit is larger etc.</a:t>
            </a:r>
          </a:p>
        </p:txBody>
      </p:sp>
    </p:spTree>
    <p:extLst>
      <p:ext uri="{BB962C8B-B14F-4D97-AF65-F5344CB8AC3E}">
        <p14:creationId xmlns:p14="http://schemas.microsoft.com/office/powerpoint/2010/main" val="252026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371</Words>
  <Application>Microsoft Office PowerPoint</Application>
  <PresentationFormat>Widescreen</PresentationFormat>
  <Paragraphs>49</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Akshat Mittal</dc:creator>
  <cp:lastModifiedBy>Akshat Mittal</cp:lastModifiedBy>
  <cp:revision>6</cp:revision>
  <dcterms:created xsi:type="dcterms:W3CDTF">2025-11-24T07:26:52Z</dcterms:created>
  <dcterms:modified xsi:type="dcterms:W3CDTF">2025-11-24T17:49:20Z</dcterms:modified>
</cp:coreProperties>
</file>